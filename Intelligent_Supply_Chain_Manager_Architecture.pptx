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Supply Chain Manager</a:t>
            </a:r>
            <a:pPr indent="0" marL="0">
              <a:buNone/>
            </a:pPr>
            <a:r>
              <a:rPr lang="en-US" sz="1600" dirty="0">
                <a:solidFill>
                  <a:srgbClr val="5A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|   Solution Architecture – Layered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Microsoft Copilot Studio and surfaced in Microsoft Teams &amp; Microsoft 365 Copilot  ·  Teams app manifest v1.24  ·  App version 1.0.3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188720" cy="1152144"/>
          </a:xfrm>
          <a:prstGeom prst="roundRect">
            <a:avLst>
              <a:gd name="adj" fmla="val 4762"/>
            </a:avLst>
          </a:prstGeom>
          <a:solidFill>
            <a:srgbClr val="07687D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24128"/>
            <a:ext cx="1042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experience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755648" y="1024128"/>
            <a:ext cx="7955280" cy="1152144"/>
          </a:xfrm>
          <a:prstGeom prst="roundRect">
            <a:avLst>
              <a:gd name="adj" fmla="val 4762"/>
            </a:avLst>
          </a:prstGeom>
          <a:solidFill>
            <a:srgbClr val="E9F3F6"/>
          </a:solidFill>
          <a:ln w="9525">
            <a:solidFill>
              <a:srgbClr val="0768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83664" y="1152144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7672" y="1344168"/>
            <a:ext cx="512064" cy="512064"/>
          </a:xfrm>
          <a:prstGeom prst="ellipse">
            <a:avLst/>
          </a:prstGeom>
          <a:solidFill>
            <a:srgbClr val="E9F3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0817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0" y="115214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 Client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app · chat, files &amp; calling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43984" y="1152144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344168"/>
            <a:ext cx="512064" cy="512064"/>
          </a:xfrm>
          <a:prstGeom prst="ellipse">
            <a:avLst/>
          </a:prstGeom>
          <a:solidFill>
            <a:srgbClr val="E9F3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081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15214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engine agent surface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76872" y="1152144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76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access, decision support, and workflow actions in a single experience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91840" y="2194560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17" name="Shape 13"/>
          <p:cNvSpPr/>
          <p:nvPr/>
        </p:nvSpPr>
        <p:spPr>
          <a:xfrm>
            <a:off x="6766560" y="2194560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18" name="Shape 14"/>
          <p:cNvSpPr/>
          <p:nvPr/>
        </p:nvSpPr>
        <p:spPr>
          <a:xfrm>
            <a:off x="457200" y="2359152"/>
            <a:ext cx="1188720" cy="1152144"/>
          </a:xfrm>
          <a:prstGeom prst="roundRect">
            <a:avLst>
              <a:gd name="adj" fmla="val 4762"/>
            </a:avLst>
          </a:prstGeom>
          <a:solidFill>
            <a:srgbClr val="3D5A80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30352" y="2359152"/>
            <a:ext cx="1042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app definition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755648" y="2359152"/>
            <a:ext cx="7955280" cy="1152144"/>
          </a:xfrm>
          <a:prstGeom prst="roundRect">
            <a:avLst>
              <a:gd name="adj" fmla="val 4762"/>
            </a:avLst>
          </a:prstGeom>
          <a:solidFill>
            <a:srgbClr val="EDF1F8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883664" y="2487168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947672" y="2679192"/>
            <a:ext cx="512064" cy="512064"/>
          </a:xfrm>
          <a:prstGeom prst="ellipse">
            <a:avLst/>
          </a:prstGeom>
          <a:solidFill>
            <a:srgbClr val="EDF1F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7432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560320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App Manifest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 v1.0.3 · ID 2eb15639…beb1c1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443984" y="2487168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507992" y="2679192"/>
            <a:ext cx="512064" cy="512064"/>
          </a:xfrm>
          <a:prstGeom prst="ellipse">
            <a:avLst/>
          </a:prstGeom>
          <a:solidFill>
            <a:srgbClr val="EDF1F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320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20640" y="2487168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Scope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personal, copilot · files ✓ · calling ✓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976872" y="2487168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packaging, identity, scope, and app capabilities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91840" y="3529584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31" name="Shape 25"/>
          <p:cNvSpPr/>
          <p:nvPr/>
        </p:nvSpPr>
        <p:spPr>
          <a:xfrm>
            <a:off x="6766560" y="3529584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32" name="Shape 26"/>
          <p:cNvSpPr/>
          <p:nvPr/>
        </p:nvSpPr>
        <p:spPr>
          <a:xfrm>
            <a:off x="457200" y="3694176"/>
            <a:ext cx="1188720" cy="1152144"/>
          </a:xfrm>
          <a:prstGeom prst="roundRect">
            <a:avLst>
              <a:gd name="adj" fmla="val 4762"/>
            </a:avLst>
          </a:prstGeom>
          <a:solidFill>
            <a:srgbClr val="6A4C93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30352" y="3694176"/>
            <a:ext cx="1042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1755648" y="3694176"/>
            <a:ext cx="7955280" cy="1152144"/>
          </a:xfrm>
          <a:prstGeom prst="roundRect">
            <a:avLst>
              <a:gd name="adj" fmla="val 4762"/>
            </a:avLst>
          </a:prstGeom>
          <a:solidFill>
            <a:srgbClr val="F2EEF8"/>
          </a:solidFill>
          <a:ln w="9525">
            <a:solidFill>
              <a:srgbClr val="6A4C9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883664" y="3822192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1947672" y="4014216"/>
            <a:ext cx="512064" cy="512064"/>
          </a:xfrm>
          <a:prstGeom prst="ellipse">
            <a:avLst/>
          </a:prstGeom>
          <a:solidFill>
            <a:srgbClr val="F2EEF8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078224"/>
            <a:ext cx="384048" cy="38404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560320" y="382219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Agent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cr3c6_* · prod cluster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4443984" y="3822192"/>
            <a:ext cx="239572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507992" y="4014216"/>
            <a:ext cx="512064" cy="512064"/>
          </a:xfrm>
          <a:prstGeom prst="ellipse">
            <a:avLst/>
          </a:prstGeom>
          <a:solidFill>
            <a:srgbClr val="F2EEF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078224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120640" y="382219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Framework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channels · *.botframework.com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6976872" y="3822192"/>
            <a:ext cx="2606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conversations, triggers workflows, applies enterprise logic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3291840" y="4864608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45" name="Shape 37"/>
          <p:cNvSpPr/>
          <p:nvPr/>
        </p:nvSpPr>
        <p:spPr>
          <a:xfrm>
            <a:off x="6766560" y="4864608"/>
            <a:ext cx="201168" cy="146304"/>
          </a:xfrm>
          <a:prstGeom prst="downArrow">
            <a:avLst/>
          </a:prstGeom>
          <a:solidFill>
            <a:srgbClr val="B7C4CB"/>
          </a:solidFill>
          <a:ln/>
        </p:spPr>
      </p:sp>
      <p:sp>
        <p:nvSpPr>
          <p:cNvPr id="46" name="Shape 38"/>
          <p:cNvSpPr/>
          <p:nvPr/>
        </p:nvSpPr>
        <p:spPr>
          <a:xfrm>
            <a:off x="457200" y="5029200"/>
            <a:ext cx="1188720" cy="1152144"/>
          </a:xfrm>
          <a:prstGeom prst="roundRect">
            <a:avLst>
              <a:gd name="adj" fmla="val 4762"/>
            </a:avLst>
          </a:prstGeom>
          <a:solidFill>
            <a:srgbClr val="2C6E49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47" name="Text 39"/>
          <p:cNvSpPr/>
          <p:nvPr/>
        </p:nvSpPr>
        <p:spPr>
          <a:xfrm>
            <a:off x="530352" y="5029200"/>
            <a:ext cx="1042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6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1755648" y="5029200"/>
            <a:ext cx="7955280" cy="1152144"/>
          </a:xfrm>
          <a:prstGeom prst="roundRect">
            <a:avLst>
              <a:gd name="adj" fmla="val 4762"/>
            </a:avLst>
          </a:prstGeom>
          <a:solidFill>
            <a:srgbClr val="EBF4EF"/>
          </a:solidFill>
          <a:ln w="9525">
            <a:solidFill>
              <a:srgbClr val="2C6E49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883664" y="5157216"/>
            <a:ext cx="245668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1947672" y="5349240"/>
            <a:ext cx="512064" cy="512064"/>
          </a:xfrm>
          <a:prstGeom prst="ellipse">
            <a:avLst/>
          </a:prstGeom>
          <a:solidFill>
            <a:srgbClr val="EBF4EF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680" y="5413248"/>
            <a:ext cx="384048" cy="38404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2560320" y="5157216"/>
            <a:ext cx="1706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SharePoint · FAQs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4504944" y="5157216"/>
            <a:ext cx="245668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4568952" y="5349240"/>
            <a:ext cx="512064" cy="512064"/>
          </a:xfrm>
          <a:prstGeom prst="ellipse">
            <a:avLst/>
          </a:prstGeom>
          <a:solidFill>
            <a:srgbClr val="EBF4EF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2960" y="5413248"/>
            <a:ext cx="384048" cy="384048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5181600" y="5157216"/>
            <a:ext cx="1706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 &amp; APIs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inventory · logistics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7126224" y="5157216"/>
            <a:ext cx="245668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7190232" y="5349240"/>
            <a:ext cx="512064" cy="512064"/>
          </a:xfrm>
          <a:prstGeom prst="ellipse">
            <a:avLst/>
          </a:prstGeom>
          <a:solidFill>
            <a:srgbClr val="EBF4EF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4240" y="5413248"/>
            <a:ext cx="384048" cy="38404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802880" y="5157216"/>
            <a:ext cx="1706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 Environment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Default-d79da2e9 · governed data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9857232" y="1024128"/>
            <a:ext cx="1874520" cy="5157216"/>
          </a:xfrm>
          <a:prstGeom prst="roundRect">
            <a:avLst>
              <a:gd name="adj" fmla="val 3415"/>
            </a:avLst>
          </a:prstGeom>
          <a:solidFill>
            <a:srgbClr val="FDF4E7"/>
          </a:solidFill>
          <a:ln w="12700">
            <a:solidFill>
              <a:srgbClr val="9A5B13"/>
            </a:solidFill>
            <a:prstDash val="dash"/>
          </a:ln>
          <a:effectLst>
            <a:outerShdw sx="100000" sy="100000" kx="0" ky="0" algn="bl" rotWithShape="0" blurRad="63500" dist="25400" dir="2700000">
              <a:srgbClr val="000000">
                <a:alpha val="14000"/>
              </a:srgbClr>
            </a:outerShdw>
          </a:effectLst>
        </p:spPr>
      </p:sp>
      <p:sp>
        <p:nvSpPr>
          <p:cNvPr id="62" name="Shape 51"/>
          <p:cNvSpPr/>
          <p:nvPr/>
        </p:nvSpPr>
        <p:spPr>
          <a:xfrm>
            <a:off x="9966960" y="1133856"/>
            <a:ext cx="1655064" cy="548640"/>
          </a:xfrm>
          <a:prstGeom prst="roundRect">
            <a:avLst>
              <a:gd name="adj" fmla="val 8333"/>
            </a:avLst>
          </a:prstGeom>
          <a:solidFill>
            <a:srgbClr val="9A5B13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6688" y="1271016"/>
            <a:ext cx="274320" cy="27432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10405872" y="1133856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3536" y="1865376"/>
            <a:ext cx="237744" cy="237744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10332720" y="1810512"/>
            <a:ext cx="12893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authentication &amp; SSO</a:t>
            </a:r>
            <a:endParaRPr lang="en-US" sz="950" dirty="0"/>
          </a:p>
        </p:txBody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3536" y="2862072"/>
            <a:ext cx="237744" cy="237744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10332720" y="2807208"/>
            <a:ext cx="12893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permissions by role</a:t>
            </a:r>
            <a:endParaRPr lang="en-US" sz="950" dirty="0"/>
          </a:p>
        </p:txBody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03536" y="3858768"/>
            <a:ext cx="237744" cy="237744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10332720" y="3803904"/>
            <a:ext cx="12893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Boundaries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policy &amp; regulatory compliance</a:t>
            </a:r>
            <a:endParaRPr lang="en-US" sz="950" dirty="0"/>
          </a:p>
        </p:txBody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3536" y="4855464"/>
            <a:ext cx="237744" cy="237744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10332720" y="4800600"/>
            <a:ext cx="12893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A4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Monitoring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auditable</a:t>
            </a:r>
            <a:endParaRPr lang="en-US" sz="950" dirty="0"/>
          </a:p>
        </p:txBody>
      </p:sp>
      <p:sp>
        <p:nvSpPr>
          <p:cNvPr id="73" name="Text 57"/>
          <p:cNvSpPr/>
          <p:nvPr/>
        </p:nvSpPr>
        <p:spPr>
          <a:xfrm>
            <a:off x="9966960" y="585216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across all layers</a:t>
            </a:r>
            <a:endParaRPr lang="en-US" sz="850" dirty="0"/>
          </a:p>
        </p:txBody>
      </p:sp>
      <p:sp>
        <p:nvSpPr>
          <p:cNvPr id="74" name="Shape 58"/>
          <p:cNvSpPr/>
          <p:nvPr/>
        </p:nvSpPr>
        <p:spPr>
          <a:xfrm>
            <a:off x="9710928" y="1600200"/>
            <a:ext cx="146304" cy="0"/>
          </a:xfrm>
          <a:prstGeom prst="line">
            <a:avLst/>
          </a:prstGeom>
          <a:noFill/>
          <a:ln w="12700">
            <a:solidFill>
              <a:srgbClr val="9A5B13"/>
            </a:solidFill>
            <a:prstDash val="dash"/>
          </a:ln>
        </p:spPr>
      </p:sp>
      <p:sp>
        <p:nvSpPr>
          <p:cNvPr id="75" name="Shape 59"/>
          <p:cNvSpPr/>
          <p:nvPr/>
        </p:nvSpPr>
        <p:spPr>
          <a:xfrm>
            <a:off x="9710928" y="2935224"/>
            <a:ext cx="146304" cy="0"/>
          </a:xfrm>
          <a:prstGeom prst="line">
            <a:avLst/>
          </a:prstGeom>
          <a:noFill/>
          <a:ln w="12700">
            <a:solidFill>
              <a:srgbClr val="9A5B13"/>
            </a:solidFill>
            <a:prstDash val="dash"/>
          </a:ln>
        </p:spPr>
      </p:sp>
      <p:sp>
        <p:nvSpPr>
          <p:cNvPr id="76" name="Shape 60"/>
          <p:cNvSpPr/>
          <p:nvPr/>
        </p:nvSpPr>
        <p:spPr>
          <a:xfrm>
            <a:off x="9710928" y="4270248"/>
            <a:ext cx="146304" cy="0"/>
          </a:xfrm>
          <a:prstGeom prst="line">
            <a:avLst/>
          </a:prstGeom>
          <a:noFill/>
          <a:ln w="12700">
            <a:solidFill>
              <a:srgbClr val="9A5B13"/>
            </a:solidFill>
            <a:prstDash val="dash"/>
          </a:ln>
        </p:spPr>
      </p:sp>
      <p:sp>
        <p:nvSpPr>
          <p:cNvPr id="77" name="Shape 61"/>
          <p:cNvSpPr/>
          <p:nvPr/>
        </p:nvSpPr>
        <p:spPr>
          <a:xfrm>
            <a:off x="9710928" y="5605272"/>
            <a:ext cx="146304" cy="0"/>
          </a:xfrm>
          <a:prstGeom prst="line">
            <a:avLst/>
          </a:prstGeom>
          <a:noFill/>
          <a:ln w="12700">
            <a:solidFill>
              <a:srgbClr val="9A5B13"/>
            </a:solidFill>
            <a:prstDash val="dash"/>
          </a:ln>
        </p:spPr>
      </p:sp>
      <p:sp>
        <p:nvSpPr>
          <p:cNvPr id="78" name="Text 62"/>
          <p:cNvSpPr/>
          <p:nvPr/>
        </p:nvSpPr>
        <p:spPr>
          <a:xfrm>
            <a:off x="457200" y="63276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blueprint: </a:t>
            </a:r>
            <a:pPr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backend systems, analytics platforms, or governance processes.    </a:t>
            </a:r>
            <a:pPr indent="0" marL="0">
              <a:buNone/>
            </a:pPr>
            <a:r>
              <a:rPr lang="en-US" sz="10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 </a:t>
            </a:r>
            <a:pPr indent="0" marL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·  interoperability  ·  enterprise readiness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Supply Chain Manager – Solution Architecture</dc:title>
  <dc:subject>PptxGenJS Presentation</dc:subject>
  <dc:creator>PptxGenJS</dc:creator>
  <cp:lastModifiedBy>PptxGenJS</cp:lastModifiedBy>
  <cp:revision>1</cp:revision>
  <dcterms:created xsi:type="dcterms:W3CDTF">2026-06-12T12:35:34Z</dcterms:created>
  <dcterms:modified xsi:type="dcterms:W3CDTF">2026-06-12T12:35:34Z</dcterms:modified>
</cp:coreProperties>
</file>